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7" name="TextBox 156"/>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8" name="TextBox 157"/>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9" name="Rectangle 158"/>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2070"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61" name="Rectangle 160"/>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3" name="Picture 162"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4" name="TextBox 163"/>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5" name="TextBox 164"/>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