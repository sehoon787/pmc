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0  otherwise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608384"/>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1800" b="1" i="0" baseline="-25000">
                <a:solidFill>
                  <a:srgbClr val="1F1F1F"/>
                </a:solidFill>
                <a:latin typeface="Times New Roman"/>
              </a:rPr>
              <a:t>i ∈ S(P)</a:t>
            </a:r>
            <a:r>
              <a:rPr sz="2500" b="1" i="0">
                <a:solidFill>
                  <a:srgbClr val="1F1F1F"/>
                </a:solidFill>
                <a:latin typeface="Times New Roman"/>
              </a:rPr>
              <a:t> g</a:t>
            </a:r>
            <a:r>
              <a:rPr sz="1800" b="1" i="0" baseline="-25000">
                <a:solidFill>
                  <a:srgbClr val="1F1F1F"/>
                </a:solidFill>
                <a:latin typeface="Times New Roman"/>
              </a:rPr>
              <a:t>i</a:t>
            </a:r>
            <a:r>
              <a:rPr sz="2500" b="1" i="0">
                <a:solidFill>
                  <a:srgbClr val="1F1F1F"/>
                </a:solidFill>
                <a:latin typeface="Times New Roman"/>
              </a:rPr>
              <a:t>²  /  ‖g‖² ,      S(P) = { i :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a:t>
            </a:r>
          </a:p>
        </p:txBody>
      </p:sp>
      <p:sp>
        <p:nvSpPr>
          <p:cNvPr id="41" name="TextBox 40"/>
          <p:cNvSpPr txBox="1"/>
          <p:nvPr/>
        </p:nvSpPr>
        <p:spPr>
          <a:xfrm>
            <a:off x="777240" y="3707320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cumulative gap energy captured by the selected dimensions</a:t>
            </a:r>
          </a:p>
        </p:txBody>
      </p:sp>
      <p:sp>
        <p:nvSpPr>
          <p:cNvPr id="42" name="TextBox 41"/>
          <p:cNvSpPr txBox="1"/>
          <p:nvPr/>
        </p:nvSpPr>
        <p:spPr>
          <a:xfrm>
            <a:off x="777240" y="3760965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3" name="TextBox 42"/>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4" name="Rectangle 43"/>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6" name="TextBox 45"/>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7" name="TextBox 46"/>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8" name="Rectangle 47"/>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0" name="TextBox 49"/>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1" name="TextBox 50"/>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2" name="Rectangle 51"/>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4" name="Rectangle 53"/>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6" name="TextBox 55"/>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57" name="TextBox 56"/>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58" name="TextBox 57"/>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59" name="TextBox 58"/>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0" name="TextBox 59"/>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1" name="Rectangle 60"/>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3" name="TextBox 62"/>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4" name="TextBox 63"/>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5" name="TextBox 64"/>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6" name="TextBox 65"/>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67" name="TextBox 66"/>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68" name="Rectangle 67"/>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0" name="TextBox 69"/>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1" name="TextBox 70"/>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2" name="TextBox 71"/>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3" name="TextBox 72"/>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4" name="TextBox 73"/>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5" name="Rectangle 74"/>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77" name="TextBox 76"/>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78" name="TextBox 77"/>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79" name="TextBox 78"/>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0" name="TextBox 79"/>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1" name="TextBox 80"/>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2" name="Rectangle 81"/>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4" name="TextBox 83"/>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5" name="TextBox 84"/>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6" name="TextBox 85"/>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87" name="TextBox 86"/>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88" name="TextBox 87"/>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89" name="Rectangle 88"/>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1" name="TextBox 90"/>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2" name="TextBox 91"/>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3" name="TextBox 92"/>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4" name="TextBox 93"/>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5" name="TextBox 94"/>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6" name="Rectangle 95"/>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98" name="TextBox 97"/>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99" name="TextBox 98"/>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0" name="TextBox 99"/>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1" name="TextBox 100"/>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2" name="TextBox 101"/>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3" name="Rectangle 102"/>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5" name="TextBox 104"/>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6" name="TextBox 105"/>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07" name="TextBox 106"/>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08" name="TextBox 107"/>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09" name="TextBox 108"/>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0" name="Rectangle 109"/>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2" name="Picture 111"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3" name="TextBox 112"/>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4" name="TextBox 113"/>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5" name="Rectangle 114"/>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17" name="TextBox 116"/>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18" name="TextBox 117"/>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19" name="TextBox 118"/>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0" name="Rectangle 119"/>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2" name="TextBox 121"/>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3" name="TextBox 122"/>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4" name="Rectangle 123"/>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6" name="TextBox 125"/>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7" name="TextBox 126"/>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28" name="Rectangle 127"/>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0" name="TextBox 129"/>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1" name="TextBox 130"/>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2" name="Rectangle 131"/>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4" name="TextBox 133"/>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5" name="TextBox 134"/>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6" name="Rectangle 135"/>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38" name="TextBox 137"/>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39" name="Rectangle 138"/>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2" name="TextBox 141"/>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3" name="Rectangle 142"/>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6" name="TextBox 145"/>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47" name="Rectangle 146"/>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50" name="TextBox 149"/>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1" name="Rectangle 150"/>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4" name="TextBox 153"/>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5" name="TextBox 154"/>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6" name="Rectangle 155"/>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58" name="Rectangle 157"/>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0" name="Picture 159"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1" name="TextBox 160"/>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2" name="TextBox 161"/>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