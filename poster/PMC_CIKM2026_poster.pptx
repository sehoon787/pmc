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DB-only  (PMC)</a:t>
            </a:r>
          </a:p>
        </p:txBody>
      </p:sp>
      <p:sp>
        <p:nvSpPr>
          <p:cNvPr id="157" name="TextBox 156"/>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8" name="TextBox 157"/>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9" name="Rectangle 158"/>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61" name="Rectangle 160"/>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3" name="Picture 162"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4" name="TextBox 163"/>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5" name="TextBox 164"/>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