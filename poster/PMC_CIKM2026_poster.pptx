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5-Point Star 155"/>
          <p:cNvSpPr/>
          <p:nvPr/>
        </p:nvSpPr>
        <p:spPr>
          <a:xfrm>
            <a:off x="27441144" y="36273158"/>
            <a:ext cx="329184" cy="329184"/>
          </a:xfrm>
          <a:prstGeom prst="star5">
            <a:avLst/>
          </a:prstGeom>
          <a:solidFill>
            <a:srgbClr val="F5C5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22524" y="36209150"/>
            <a:ext cx="12211812" cy="457200"/>
          </a:xfrm>
          <a:prstGeom prst="rect">
            <a:avLst/>
          </a:prstGeom>
          <a:noFill/>
        </p:spPr>
        <p:txBody>
          <a:bodyPr wrap="none" anchor="ctr" lIns="0" rIns="0" tIns="0" bIns="0">
            <a:spAutoFit/>
          </a:bodyPr>
          <a:lstStyle/>
          <a:p>
            <a:pPr algn="l"/>
            <a:r>
              <a:rPr sz="2400" b="1" i="0">
                <a:solidFill>
                  <a:srgbClr val="1F1F1F"/>
                </a:solidFill>
                <a:latin typeface="Times New Roman"/>
              </a:rPr>
              <a:t>DB-only  (PMC)</a:t>
            </a:r>
          </a:p>
        </p:txBody>
      </p:sp>
      <p:sp>
        <p:nvSpPr>
          <p:cNvPr id="158" name="TextBox 157"/>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9" name="TextBox 158"/>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60" name="Rectangle 159"/>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62" name="Rectangle 161"/>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4" name="Picture 163"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5" name="TextBox 164"/>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6" name="TextBox 165"/>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